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78652"/>
            <a:ext cx="731520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B4A1E5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DEVELOPMENT PLAN · 2026</a:t>
            </a:r>
          </a:p>
          <a:p>
            <a:pPr algn="ctr">
              <a:spcAft>
                <a:spcPts val="1200"/>
              </a:spcAft>
              <a:defRPr sz="4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개발 계획서</a:t>
            </a:r>
          </a:p>
          <a:p>
            <a:pPr algn="ctr">
              <a:defRPr sz="13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화면 구성부터 핵심 기능 구현, 우선순위 및 개발 진행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82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화면별 개발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1. 화면별 개발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각 화면을 독립적으로 완성한 뒤 상태 공유와 전환 흐름을 연결한다.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· 개발 계획서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02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443636"/>
            <a:ext cx="1088136" cy="689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1. 메인 메뉴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소개 · 시작 · 조작 가이드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0943" y="1828800"/>
            <a:ext cx="3385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01952" y="1443636"/>
            <a:ext cx="1088136" cy="689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2. 게임 보드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격자 · 카메라 · 노드 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543" y="1828800"/>
            <a:ext cx="3385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73552" y="1443636"/>
            <a:ext cx="1088136" cy="689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3. 상점·인벤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구매 · 리롤 · 드래그 스냅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143" y="1828800"/>
            <a:ext cx="3385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5152" y="1443636"/>
            <a:ext cx="1088136" cy="689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4. 링크 편집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포트 제약 · Manhattan 거리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743" y="1828800"/>
            <a:ext cx="3385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16752" y="1443636"/>
            <a:ext cx="1088136" cy="689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5. 웨이브 HUD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HP · 큐 게이지 · 패킷 이동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343" y="1828800"/>
            <a:ext cx="3385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8B8EF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325880"/>
            <a:ext cx="1234440" cy="1463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88352" y="1443636"/>
            <a:ext cx="1088136" cy="689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6. 결과·증강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보상 credits · 합성 · 증강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063240"/>
            <a:ext cx="2560320" cy="1097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2377440" cy="496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화면 단위 기준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레이아웃 → 입력 → 상태 반영 → 전환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3063240"/>
            <a:ext cx="2560320" cy="1097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4A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83280" y="3154680"/>
            <a:ext cx="2377440" cy="689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통합 기준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React와 Phaser가 동일 Zustand 상태 사용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063240"/>
            <a:ext cx="2560320" cy="1097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7D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17920" y="3154680"/>
            <a:ext cx="2377440" cy="496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검증 기준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전체 플레이 흐름을 브라우저에서 연속 재현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0" y="182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기능별 개발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2. 기능별 개발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핵심 조작 가설에서부터 시뮬레이션 루프 및 합성/증강 통합까지 구현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· 개발 계획서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03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93192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0615" y="1544814"/>
            <a:ext cx="3325091" cy="1305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프론트엔드 조작 및 HUD 가설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그리드 보드 구축 : Phaser 타일 렌더러와 마우스 줌/스크롤 카메라 완성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React UI 렌더링 : Zustand 연동 경제/HP 정보 상태판 및 카드 상점, 인벤토리 구성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노드 드래그 배치 : 상점 기기를 드래그하여 보드판 셀 중심에 스냅 드롭 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25880"/>
            <a:ext cx="393192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4A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58295" y="1544814"/>
            <a:ext cx="3325091" cy="1482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시뮬레이션 로직 및 합성/증강 통합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링크 연결선 시스템 : Shift+드래그 연결, 포트 규칙 검사 및 Manhattan 한계 연장 검증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실시간 시뮬레이터 : Tick 기반 패킷 인스턴스 생성, Tween 물리 이동 및 컴포넌트 큐 게이지 연출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오토배틀러 경제 통합 : 동일 기기 3성 자동 합성 판정 및 무작위 3종 증강 능력치 스펙 연동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63614-E0A5-76CD-01C0-C9009E341F52}"/>
              </a:ext>
            </a:extLst>
          </p:cNvPr>
          <p:cNvSpPr txBox="1"/>
          <p:nvPr/>
        </p:nvSpPr>
        <p:spPr>
          <a:xfrm>
            <a:off x="457200" y="18288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0" y="182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우선순위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3. 우선순위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먼저 구현해야 할 핵심 기능과 나중에 추가할 기능을 명확히 구분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· 개발 계획서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04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56032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269" y="1537380"/>
            <a:ext cx="2078182" cy="9512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우선순위 1순위 (핵심 기능)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Phaser 보드 및 카메라 스크롤 조작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React HUD 화면 및 노드 배치 스냅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맨해튼 거리 및 포트 규칙 링크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25880"/>
            <a:ext cx="256032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4A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32909" y="1537380"/>
            <a:ext cx="2078182" cy="9512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우선순위 2순위 (게임 규칙)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실시간 Tick 시뮬레이터 및 패킷 이동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상점 리롤 재화 소비 및 상태 관리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동일 장비 3개 수집 시 자동 합성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56032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7D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7549" y="1537380"/>
            <a:ext cx="2078182" cy="1128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 spc="-100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우선순위 3순위 (연출/폴리싱)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합성 시 3종 무작위 증강 선택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Glow/Particle 발광 광점 및 궤적 VFX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100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• 상태별 사운드 리소스 효과음 통합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24E0BE-6BCB-8409-6DB4-13A8FCF39715}"/>
              </a:ext>
            </a:extLst>
          </p:cNvPr>
          <p:cNvSpPr txBox="1"/>
          <p:nvPr/>
        </p:nvSpPr>
        <p:spPr>
          <a:xfrm>
            <a:off x="457200" y="18288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0" y="1828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개발 진행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4. 개발 진행 기준 (DoD)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각 단계가 완료되었는지 확인하고 코드베이스를 검증하는 객관적인 기준 명시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 · 개발 계획서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70916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398A3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05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56032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88B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269" y="1515078"/>
            <a:ext cx="2078182" cy="88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기능 동작 검증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Vite 로컬 개발 환경(localhost:5173) 상에서 화면 레이아웃 깨짐이 없고 드래그 배치 및 링크 가설이 부드럽게 재현되어야 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25880"/>
            <a:ext cx="256032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B4A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32909" y="1515078"/>
            <a:ext cx="2078182" cy="1077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자동화 테스트 통과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거리 계산, 포트 제약 조건 검증, 상점 가챠 확률, 합성 판정 등 핵심 연산 로직에 대한 Vitest 단위 테스트(npm test)가 100% 통과(GREEN)해야 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560320" cy="3108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7D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7549" y="1515078"/>
            <a:ext cx="2078182" cy="1465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통합 시나리오 검증</a:t>
            </a: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장비 조달 ➡️ 링크 가설 ➡️ </a:t>
            </a:r>
            <a:br>
              <a:rPr 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 </a:t>
            </a: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시뮬레이션 ➡️ 보상/합성 ➡️ </a:t>
            </a:r>
            <a:br>
              <a:rPr 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</a:br>
            <a:r>
              <a:rPr 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    </a:t>
            </a: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HP 유지 사수 ➡️ Wave 10 클리어</a:t>
            </a:r>
            <a:endParaRPr lang="en-US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endParaRPr lang="en-US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pPr>
              <a:lnSpc>
                <a:spcPct val="120000"/>
              </a:lnSpc>
              <a:defRPr sz="1050">
                <a:solidFill>
                  <a:srgbClr val="6E7380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까지의 게임 루프가 에러 없이 연속 수행되어야 합니다.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13128D-6272-086E-2A6B-3D89ED028D26}"/>
              </a:ext>
            </a:extLst>
          </p:cNvPr>
          <p:cNvSpPr txBox="1"/>
          <p:nvPr/>
        </p:nvSpPr>
        <p:spPr>
          <a:xfrm>
            <a:off x="457200" y="18288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238"/>
                </a:solidFill>
                <a:latin typeface="Malgun Gothic"/>
              </a:defRPr>
            </a:pPr>
            <a:r>
              <a:rPr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Serving!!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536</Words>
  <Application>Microsoft Office PowerPoint</Application>
  <PresentationFormat>화면 슬라이드 쇼(16:9)</PresentationFormat>
  <Paragraphs>78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Pretendard Variable Black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김건</cp:lastModifiedBy>
  <cp:revision>3</cp:revision>
  <dcterms:created xsi:type="dcterms:W3CDTF">2013-01-27T09:14:16Z</dcterms:created>
  <dcterms:modified xsi:type="dcterms:W3CDTF">2026-06-21T23:56:09Z</dcterms:modified>
  <cp:category/>
</cp:coreProperties>
</file>