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78652"/>
            <a:ext cx="731520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B4A1E5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DEVELOPMENT PLAN · 2026</a:t>
            </a:r>
          </a:p>
          <a:p>
            <a:pPr algn="ctr">
              <a:spcAft>
                <a:spcPts val="1200"/>
              </a:spcAft>
              <a:defRPr sz="4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영상 설명서</a:t>
            </a:r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>
              <a:defRPr sz="1300">
                <a:solidFill>
                  <a:srgbClr val="6E7380"/>
                </a:solidFill>
                <a:latin typeface="Malgun Gothic"/>
              </a:defRPr>
            </a:pP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실제 게임 플레이 영상 설명서</a:t>
            </a:r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화면별 개발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1. 화면별 개발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각 화면을 독립적으로 완성한 뒤 상태 공유와 전환 흐름을 연결한다.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개발 계획서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02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918189"/>
            <a:ext cx="10881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1. 메인 메뉴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09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01952" y="1443636"/>
            <a:ext cx="1088136" cy="127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2. 게임 보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드</a:t>
            </a: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장비 구매</a:t>
            </a:r>
            <a:b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endParaRPr lang="en-US" altLang="ko-KR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endParaRPr lang="en-US" altLang="ko-KR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b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00:05</a:t>
            </a:r>
            <a:endParaRPr lang="ko-KR" altLang="en-US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25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73552" y="1443636"/>
            <a:ext cx="1088136" cy="127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3.</a:t>
            </a:r>
            <a:r>
              <a:rPr 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웨이브</a:t>
            </a:r>
            <a:endParaRPr lang="en-US" altLang="ko-KR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6E7380"/>
                </a:solidFill>
                <a:latin typeface="Malgun Gothic"/>
              </a:defRPr>
            </a:pPr>
            <a:r>
              <a:rPr lang="ko-KR" altLang="en-US" sz="1050">
                <a:solidFill>
                  <a:srgbClr val="6E7380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실제 요청 패킷들 도착</a:t>
            </a:r>
            <a:b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6E7380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endParaRPr kumimoji="0" lang="en-US" altLang="ko-KR" sz="1050" b="0" i="0" u="none" strike="noStrike" kern="1200" cap="none" spc="0" normalizeH="0" baseline="0" noProof="0">
              <a:ln>
                <a:noFill/>
              </a:ln>
              <a:solidFill>
                <a:srgbClr val="6E7380"/>
              </a:solidFill>
              <a:effectLst/>
              <a:uLnTx/>
              <a:uFillTx/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6E7380"/>
                </a:solidFill>
                <a:latin typeface="Malgun Gothic"/>
              </a:defRPr>
            </a:pPr>
            <a:b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6E7380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6E7380"/>
                </a:solidFill>
                <a:effectLst/>
                <a:uLnTx/>
                <a:uFillTx/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00:21</a:t>
            </a: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6E7380"/>
              </a:solidFill>
              <a:effectLst/>
              <a:uLnTx/>
              <a:uFillTx/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341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5152" y="1443636"/>
            <a:ext cx="1088136" cy="127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4.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장비 증강</a:t>
            </a: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EC2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장비 </a:t>
            </a: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대 이상 수집 시 장비 업그레이드</a:t>
            </a:r>
            <a:endParaRPr lang="en-US" altLang="ko-KR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endParaRPr lang="en-US" altLang="ko-KR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00:41</a:t>
            </a:r>
            <a:endParaRPr lang="ko-KR" altLang="en-US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057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16752" y="1443636"/>
            <a:ext cx="1088136" cy="1293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5.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요청 처리 실패</a:t>
            </a:r>
            <a:endParaRPr lang="en-US" altLang="ko-KR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HP 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피격</a:t>
            </a:r>
            <a:b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b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b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01:54</a:t>
            </a:r>
            <a:endParaRPr lang="ko-KR" altLang="en-US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773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88352" y="1443636"/>
            <a:ext cx="1088136" cy="127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6. 결과</a:t>
            </a: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서비스 운영 실패</a:t>
            </a: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/</a:t>
            </a: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성공</a:t>
            </a:r>
            <a:b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최종 점수</a:t>
            </a:r>
            <a:endParaRPr lang="en-US" altLang="ko-KR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 algn="ctr"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b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03:22</a:t>
            </a:r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109</Words>
  <Application>Microsoft Office PowerPoint</Application>
  <PresentationFormat>화면 슬라이드 쇼(16:9)</PresentationFormat>
  <Paragraphs>31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 Variable Black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김건</cp:lastModifiedBy>
  <cp:revision>4</cp:revision>
  <dcterms:created xsi:type="dcterms:W3CDTF">2013-01-27T09:14:16Z</dcterms:created>
  <dcterms:modified xsi:type="dcterms:W3CDTF">2026-06-22T00:00:35Z</dcterms:modified>
  <cp:category/>
</cp:coreProperties>
</file>