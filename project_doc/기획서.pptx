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3f93b20b22411c" /><Relationship Type="http://schemas.openxmlformats.org/officeDocument/2006/relationships/extended-properties" Target="/docProps/app.xml" Id="R5675d0c946824e00" /><Relationship Type="http://schemas.openxmlformats.org/officeDocument/2006/relationships/officeDocument" Target="/ppt/presentation.xml" Id="Ra2d4622c2c004a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24ceb65c244b0f"/>
  </p:sldMasterIdLst>
  <p:notesMasterIdLst>
    <p:notesMasterId xmlns:r="http://schemas.openxmlformats.org/officeDocument/2006/relationships" r:id="Ra3d521b287d74ff0"/>
  </p:notesMasterIdLst>
  <p:sldIdLst>
    <p:sldId xmlns:r="http://schemas.openxmlformats.org/officeDocument/2006/relationships" id="256" r:id="Rd648a7b3b3f74170"/>
    <p:sldId xmlns:r="http://schemas.openxmlformats.org/officeDocument/2006/relationships" id="257" r:id="Re7ec0b65f1f44c4b"/>
    <p:sldId xmlns:r="http://schemas.openxmlformats.org/officeDocument/2006/relationships" id="258" r:id="R8c3f9d0af6964768"/>
    <p:sldId xmlns:r="http://schemas.openxmlformats.org/officeDocument/2006/relationships" id="259" r:id="R7d02d333bb39411c"/>
    <p:sldId xmlns:r="http://schemas.openxmlformats.org/officeDocument/2006/relationships" id="260" r:id="R0fe4f4b4ac694174"/>
    <p:sldId xmlns:r="http://schemas.openxmlformats.org/officeDocument/2006/relationships" id="261" r:id="R8626c09206fc4b6d"/>
    <p:sldId xmlns:r="http://schemas.openxmlformats.org/officeDocument/2006/relationships" id="262" r:id="R13375b89eec445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9cdbe1e1e84c8e" /><Relationship Type="http://schemas.openxmlformats.org/officeDocument/2006/relationships/slideMaster" Target="/ppt/slideMasters/slideMaster1.xml" Id="R9a24ceb65c244b0f" /><Relationship Type="http://schemas.openxmlformats.org/officeDocument/2006/relationships/notesMaster" Target="/ppt/notesMasters/notesMaster1.xml" Id="Ra3d521b287d74ff0" /><Relationship Type="http://schemas.openxmlformats.org/officeDocument/2006/relationships/presProps" Target="/ppt/presProps.xml" Id="R523d6cc853cb46bf" /><Relationship Type="http://schemas.openxmlformats.org/officeDocument/2006/relationships/tableStyles" Target="/ppt/tableStyles.xml" Id="R4e2ce6db50a1430b" /><Relationship Type="http://schemas.openxmlformats.org/officeDocument/2006/relationships/slide" Target="/ppt/slides/slide1.xml" Id="Rd648a7b3b3f74170" /><Relationship Type="http://schemas.openxmlformats.org/officeDocument/2006/relationships/slide" Target="/ppt/slides/slide2.xml" Id="Re7ec0b65f1f44c4b" /><Relationship Type="http://schemas.openxmlformats.org/officeDocument/2006/relationships/slide" Target="/ppt/slides/slide3.xml" Id="R8c3f9d0af6964768" /><Relationship Type="http://schemas.openxmlformats.org/officeDocument/2006/relationships/slide" Target="/ppt/slides/slide4.xml" Id="R7d02d333bb39411c" /><Relationship Type="http://schemas.openxmlformats.org/officeDocument/2006/relationships/slide" Target="/ppt/slides/slide5.xml" Id="R0fe4f4b4ac694174" /><Relationship Type="http://schemas.openxmlformats.org/officeDocument/2006/relationships/slide" Target="/ppt/slides/slide6.xml" Id="R8626c09206fc4b6d" /><Relationship Type="http://schemas.openxmlformats.org/officeDocument/2006/relationships/slide" Target="/ppt/slides/slide7.xml" Id="R13375b89eec445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0855512cb945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60f85aa1f84303" /><Relationship Type="http://schemas.openxmlformats.org/officeDocument/2006/relationships/notesMaster" Target="/ppt/notesMasters/notesMaster1.xml" Id="R4e754f12fe8e42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eea42dad934673" /><Relationship Type="http://schemas.openxmlformats.org/officeDocument/2006/relationships/notesMaster" Target="/ppt/notesMasters/notesMaster1.xml" Id="R362c681d17d942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27e932467c40a9" /><Relationship Type="http://schemas.openxmlformats.org/officeDocument/2006/relationships/notesMaster" Target="/ppt/notesMasters/notesMaster1.xml" Id="R882ff6bc6f0e46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8f204c9b25455f" /><Relationship Type="http://schemas.openxmlformats.org/officeDocument/2006/relationships/notesMaster" Target="/ppt/notesMasters/notesMaster1.xml" Id="Rcdfbf8860bc44d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c9d44f08d848d3" /><Relationship Type="http://schemas.openxmlformats.org/officeDocument/2006/relationships/notesMaster" Target="/ppt/notesMasters/notesMaster1.xml" Id="R3827814c1fde4c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963e57bb404f6d" /><Relationship Type="http://schemas.openxmlformats.org/officeDocument/2006/relationships/notesMaster" Target="/ppt/notesMasters/notesMaster1.xml" Id="Re6eedda4435744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a60ff211d84ac8" /><Relationship Type="http://schemas.openxmlformats.org/officeDocument/2006/relationships/notesMaster" Target="/ppt/notesMasters/notesMaster1.xml" Id="Ra8135ab0248342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bd3a44497d45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79599d61bb406f" /><Relationship Type="http://schemas.openxmlformats.org/officeDocument/2006/relationships/slideLayout" Target="/ppt/slideLayouts/slideLayout1.xml" Id="Rd18785e0f75046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8785e0f75046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da4852b1645da" /><Relationship Type="http://schemas.openxmlformats.org/officeDocument/2006/relationships/image" Target="/ppt/media/image.png" Id="R90851ec93a214b53" /><Relationship Type="http://schemas.openxmlformats.org/officeDocument/2006/relationships/notesSlide" Target="/ppt/notesSlides/notesSlide1.xml" Id="R743cef4d7d9448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8f8efdbc847a7" /><Relationship Type="http://schemas.openxmlformats.org/officeDocument/2006/relationships/image" Target="/ppt/media/image2.png" Id="R7cc6d4b9ec534caa" /><Relationship Type="http://schemas.openxmlformats.org/officeDocument/2006/relationships/notesSlide" Target="/ppt/notesSlides/notesSlide2.xml" Id="Rc007303d2b5340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cf4347708450e" /><Relationship Type="http://schemas.openxmlformats.org/officeDocument/2006/relationships/image" Target="/ppt/media/image3.png" Id="R5d602edb47924efa" /><Relationship Type="http://schemas.openxmlformats.org/officeDocument/2006/relationships/notesSlide" Target="/ppt/notesSlides/notesSlide3.xml" Id="R3cb31484a9cb4c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3fd605a574952" /><Relationship Type="http://schemas.openxmlformats.org/officeDocument/2006/relationships/image" Target="/ppt/media/image4.png" Id="Rf0bfe4a1a48e4704" /><Relationship Type="http://schemas.openxmlformats.org/officeDocument/2006/relationships/notesSlide" Target="/ppt/notesSlides/notesSlide4.xml" Id="Rbd13968b7ba048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ac5edf9674a2d" /><Relationship Type="http://schemas.openxmlformats.org/officeDocument/2006/relationships/image" Target="/ppt/media/image5.png" Id="R5b65222ad82d4f5a" /><Relationship Type="http://schemas.openxmlformats.org/officeDocument/2006/relationships/notesSlide" Target="/ppt/notesSlides/notesSlide5.xml" Id="R6d587e96e1ef49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bf81183394005" /><Relationship Type="http://schemas.openxmlformats.org/officeDocument/2006/relationships/image" Target="/ppt/media/image6.png" Id="R6cec0b70fe474c5f" /><Relationship Type="http://schemas.openxmlformats.org/officeDocument/2006/relationships/notesSlide" Target="/ppt/notesSlides/notesSlide6.xml" Id="Re5593763965c4f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02d68a9864b7e" /><Relationship Type="http://schemas.openxmlformats.org/officeDocument/2006/relationships/image" Target="/ppt/media/image7.png" Id="R82d0a5d17d194469" /><Relationship Type="http://schemas.openxmlformats.org/officeDocument/2006/relationships/notesSlide" Target="/ppt/notesSlides/notesSlide7.xml" Id="Rb8e2566943f54b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51ec93a214b5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2186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6d4b9ec534ca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367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02edb47924e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084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fe4a1a48e470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977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5222ad82d4f5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7545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c0b70fe474c5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1857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0a5d17d1944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860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2026-06-21T14:35:08.7150000Z</dcterms:created>
  <dcterms:modified xsi:type="dcterms:W3CDTF">2026-06-21T14:35:08.7150000Z</dcterms:modified>
</coreProperties>
</file>