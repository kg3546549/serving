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88B8EF"/>
                </a:solidFill>
                <a:latin typeface="Malgun Gothic"/>
              </a:defRPr>
            </a:pPr>
            <a:r>
              <a:t>STACK//BREACH</a:t>
            </a:r>
          </a:p>
          <a:p>
            <a:pPr algn="ctr">
              <a:defRPr sz="2200">
                <a:solidFill>
                  <a:srgbClr val="FFFFFF"/>
                </a:solidFill>
                <a:latin typeface="Malgun Gothic"/>
              </a:defRPr>
            </a:pPr>
            <a:r>
              <a:t>서버 인프라 아키텍처 디펜스 게임 개발 계획서</a:t>
            </a:r>
          </a:p>
          <a:p>
            <a:br/>
            <a:pPr algn="ctr">
              <a:defRPr sz="1400">
                <a:solidFill>
                  <a:srgbClr val="C8C8C8"/>
                </a:solidFill>
                <a:latin typeface="Malgun Gothic"/>
              </a:defRPr>
            </a:pPr>
            <a:r>
              <a:t>기말고사 프로젝트 제출 자료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88B8EF"/>
                </a:solidFill>
                <a:latin typeface="Malgun Gothic"/>
              </a:defRPr>
            </a:pPr>
            <a:r>
              <a:t>1. 개발 로드맵 및 우선순위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📌  1순위: 핵심 플레이 및 가설계 (단계 1 ~ 3)</a:t>
            </a:r>
          </a:p>
          <a:p>
            <a:pPr>
              <a:defRPr sz="1300">
                <a:solidFill>
                  <a:srgbClr val="FFFFFF"/>
                </a:solidFill>
                <a:latin typeface="Malgun Gothic"/>
              </a:defRPr>
            </a:pPr>
            <a:r>
              <a:t>    - Phaser 격자 구축, React HUD/배치 시스템, 장비 간 연결선 및 Manhattan 검증</a:t>
            </a:r>
            <a:br/>
          </a:p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📌  2순위: 시스템 로직 고도화 (단계 4 ~ 5)</a:t>
            </a:r>
          </a:p>
          <a:p>
            <a:pPr>
              <a:defRPr sz="1300">
                <a:solidFill>
                  <a:srgbClr val="FFFFFF"/>
                </a:solidFill>
                <a:latin typeface="Malgun Gothic"/>
              </a:defRPr>
            </a:pPr>
            <a:r>
              <a:t>    - 시뮬레이션 실시간 루프 연출, 상점 가챠 확률 및 레벨업 확장, 오토배틀러 자동 합성/증강</a:t>
            </a:r>
            <a:br/>
          </a:p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📌  3순위: 디테일 업 및 폴리싱 (단계 6)</a:t>
            </a:r>
          </a:p>
          <a:p>
            <a:pPr>
              <a:defRPr sz="1300">
                <a:solidFill>
                  <a:srgbClr val="FFFFFF"/>
                </a:solidFill>
                <a:latin typeface="Malgun Gothic"/>
              </a:defRPr>
            </a:pPr>
            <a:r>
              <a:t>    - Glow, Trail 등 VFX 시각 요소 고도화 및 효과음(오디오) 통합 리팩토링</a:t>
            </a:r>
            <a:b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88B8EF"/>
                </a:solidFill>
                <a:latin typeface="Malgun Gothic"/>
              </a:defRPr>
            </a:pPr>
            <a:r>
              <a:t>2. 단계별 세부 계획 (단계 1,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단계 1: Phaser 3 격자 및 카메라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구현: 가변 그리드(7x4~13x6) 타일링, 마우스 휠 줌, 빈 맵 스크롤, R키 원복</a:t>
            </a:r>
            <a:br/>
            <a:r>
              <a:t>완성 기준: 로컬 구동 시 맵 확대/축소 및 이동이 부드럽게 작동할 것</a:t>
            </a:r>
            <a:br/>
          </a:p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단계 2: React HUD 및 노드 배치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구현: Zustand 연동 경제/HP HUD, 상점 카드 ➡️ 보드 드래그 앤 드롭 스냅, 노드 이동</a:t>
            </a:r>
            <a:br/>
            <a:r>
              <a:t>완성 기준: 상점 장비 클릭 시 마우스 트래킹하여 보드 셀 중심에 정확히 안착</a:t>
            </a:r>
            <a:b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88B8EF"/>
                </a:solidFill>
                <a:latin typeface="Malgun Gothic"/>
              </a:defRPr>
            </a:pPr>
            <a:r>
              <a:t>2. 단계별 세부 계획 (단계 3,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단계 3: 연결선(Link) 시스템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구현: Shift/우클릭 드래그 노드 간 선 생성, 포트 규칙 예외 검사, Manhattan 제한 거리 검증</a:t>
            </a:r>
            <a:br/>
            <a:r>
              <a:t>완성 기준: 불허 경로 차단 및 한계 예산 초과 시 연결 취소 및 팝업 출력</a:t>
            </a:r>
            <a:br/>
          </a:p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단계 4: 시뮬레이션 및 패킷 연출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구현: 서비스 개시 버튼, 실시간 Tick 시뮬레이션 루프, 패킷 등속 이동 연출, 큐 부하 게이지바</a:t>
            </a:r>
            <a:br/>
            <a:r>
              <a:t>완성 기준: Ingress에서 출발한 패킷이 연결망을 따라 순차 이동 후 Egress 도달성 검증</a:t>
            </a:r>
            <a:b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88B8EF"/>
                </a:solidFill>
                <a:latin typeface="Malgun Gothic"/>
              </a:defRPr>
            </a:pPr>
            <a:r>
              <a:t>2. 단계별 세부 계획 (단계 5, DOD)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7863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단계 5: 상점 리롤 및 합성/증강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구현: Credits 지출 및 리롤, 동일 장비 3개 수집 시 자동 합성(2/3성), 합성 시 증강 팝업 및 스펙 갱신</a:t>
            </a:r>
            <a:br/>
            <a:r>
              <a:t>완성 기준: 3개 수집 즉시 병합음과 함께 별(★) 갱신 및 능력치 누적 적용</a:t>
            </a:r>
            <a:br/>
          </a:p>
          <a:p>
            <a:pPr>
              <a:defRPr sz="1800" b="1">
                <a:solidFill>
                  <a:srgbClr val="88B8EF"/>
                </a:solidFill>
                <a:latin typeface="Malgun Gothic"/>
              </a:defRPr>
            </a:pPr>
            <a:r>
              <a:t>⚙️  완성 기준 (Definition of Done)</a:t>
            </a:r>
          </a:p>
          <a:p>
            <a:pPr>
              <a:defRPr sz="1200">
                <a:solidFill>
                  <a:srgbClr val="FFFFFF"/>
                </a:solidFill>
                <a:latin typeface="Malgun Gothic"/>
              </a:defRPr>
            </a:pPr>
            <a:r>
              <a:t>    테스트 기준: 핵심 알고리즘(거리 검증, 합성 로직 등)에 대한 Vitest 단위 테스트(npm test) 100% 통과</a:t>
            </a:r>
            <a:br/>
            <a:r>
              <a:t>구현 기준: 1280x720 브라우저 상에서 인터페이스 오버플로 없이 시나리오 100% 정상 가동</a:t>
            </a:r>
            <a:b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