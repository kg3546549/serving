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1d45e95f81470c" /><Relationship Type="http://schemas.openxmlformats.org/officeDocument/2006/relationships/extended-properties" Target="/docProps/app.xml" Id="R41236fdac8c24f41" /><Relationship Type="http://schemas.openxmlformats.org/officeDocument/2006/relationships/officeDocument" Target="/ppt/presentation.xml" Id="Rfe3d1a1ea5d044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fbc4ee1e4944bc"/>
  </p:sldMasterIdLst>
  <p:notesMasterIdLst>
    <p:notesMasterId xmlns:r="http://schemas.openxmlformats.org/officeDocument/2006/relationships" r:id="R2fbe2f18860f45f4"/>
  </p:notesMasterIdLst>
  <p:sldIdLst>
    <p:sldId xmlns:r="http://schemas.openxmlformats.org/officeDocument/2006/relationships" id="256" r:id="Rad94cf74c9a348e8"/>
    <p:sldId xmlns:r="http://schemas.openxmlformats.org/officeDocument/2006/relationships" id="257" r:id="Re6ea39dfc03048b1"/>
    <p:sldId xmlns:r="http://schemas.openxmlformats.org/officeDocument/2006/relationships" id="258" r:id="Rb4de47b7a1fc4a9a"/>
    <p:sldId xmlns:r="http://schemas.openxmlformats.org/officeDocument/2006/relationships" id="259" r:id="Re6073bbb114e4dbb"/>
    <p:sldId xmlns:r="http://schemas.openxmlformats.org/officeDocument/2006/relationships" id="260" r:id="Rcce2480eab334868"/>
    <p:sldId xmlns:r="http://schemas.openxmlformats.org/officeDocument/2006/relationships" id="261" r:id="R1b4a49ed38784bd7"/>
    <p:sldId xmlns:r="http://schemas.openxmlformats.org/officeDocument/2006/relationships" id="262" r:id="R2cd5cd75c5174a88"/>
    <p:sldId xmlns:r="http://schemas.openxmlformats.org/officeDocument/2006/relationships" id="263" r:id="R591c45d9dd054eaf"/>
    <p:sldId xmlns:r="http://schemas.openxmlformats.org/officeDocument/2006/relationships" id="264" r:id="R5cc66a1a77be4f3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4549072b004886" /><Relationship Type="http://schemas.openxmlformats.org/officeDocument/2006/relationships/slideMaster" Target="/ppt/slideMasters/slideMaster1.xml" Id="R88fbc4ee1e4944bc" /><Relationship Type="http://schemas.openxmlformats.org/officeDocument/2006/relationships/notesMaster" Target="/ppt/notesMasters/notesMaster1.xml" Id="R2fbe2f18860f45f4" /><Relationship Type="http://schemas.openxmlformats.org/officeDocument/2006/relationships/presProps" Target="/ppt/presProps.xml" Id="Rb63546ef286d47bf" /><Relationship Type="http://schemas.openxmlformats.org/officeDocument/2006/relationships/tableStyles" Target="/ppt/tableStyles.xml" Id="Rfd3566cb4ffd42f1" /><Relationship Type="http://schemas.openxmlformats.org/officeDocument/2006/relationships/slide" Target="/ppt/slides/slide1.xml" Id="Rad94cf74c9a348e8" /><Relationship Type="http://schemas.openxmlformats.org/officeDocument/2006/relationships/slide" Target="/ppt/slides/slide2.xml" Id="Re6ea39dfc03048b1" /><Relationship Type="http://schemas.openxmlformats.org/officeDocument/2006/relationships/slide" Target="/ppt/slides/slide3.xml" Id="Rb4de47b7a1fc4a9a" /><Relationship Type="http://schemas.openxmlformats.org/officeDocument/2006/relationships/slide" Target="/ppt/slides/slide4.xml" Id="Re6073bbb114e4dbb" /><Relationship Type="http://schemas.openxmlformats.org/officeDocument/2006/relationships/slide" Target="/ppt/slides/slide5.xml" Id="Rcce2480eab334868" /><Relationship Type="http://schemas.openxmlformats.org/officeDocument/2006/relationships/slide" Target="/ppt/slides/slide6.xml" Id="R1b4a49ed38784bd7" /><Relationship Type="http://schemas.openxmlformats.org/officeDocument/2006/relationships/slide" Target="/ppt/slides/slide7.xml" Id="R2cd5cd75c5174a88" /><Relationship Type="http://schemas.openxmlformats.org/officeDocument/2006/relationships/slide" Target="/ppt/slides/slide8.xml" Id="R591c45d9dd054eaf" /><Relationship Type="http://schemas.openxmlformats.org/officeDocument/2006/relationships/slide" Target="/ppt/slides/slide9.xml" Id="R5cc66a1a77be4f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157c88c6494e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4226ccc57b48df" /><Relationship Type="http://schemas.openxmlformats.org/officeDocument/2006/relationships/notesMaster" Target="/ppt/notesMasters/notesMaster1.xml" Id="Rb2df8a203de049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14e005042144da" /><Relationship Type="http://schemas.openxmlformats.org/officeDocument/2006/relationships/notesMaster" Target="/ppt/notesMasters/notesMaster1.xml" Id="Rba31f4bc8d2f47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3e8442d1bb4420" /><Relationship Type="http://schemas.openxmlformats.org/officeDocument/2006/relationships/notesMaster" Target="/ppt/notesMasters/notesMaster1.xml" Id="Rf9b988a99cbe47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9c1c1653714b24" /><Relationship Type="http://schemas.openxmlformats.org/officeDocument/2006/relationships/notesMaster" Target="/ppt/notesMasters/notesMaster1.xml" Id="Rd596b99c9c5241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90836a217a4114" /><Relationship Type="http://schemas.openxmlformats.org/officeDocument/2006/relationships/notesMaster" Target="/ppt/notesMasters/notesMaster1.xml" Id="R0320e035a15544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930603ae2745ea" /><Relationship Type="http://schemas.openxmlformats.org/officeDocument/2006/relationships/notesMaster" Target="/ppt/notesMasters/notesMaster1.xml" Id="R42024a13fe654e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5665fee75946cd" /><Relationship Type="http://schemas.openxmlformats.org/officeDocument/2006/relationships/notesMaster" Target="/ppt/notesMasters/notesMaster1.xml" Id="R2a8c81498bed4a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a1c56cddcc45d8" /><Relationship Type="http://schemas.openxmlformats.org/officeDocument/2006/relationships/notesMaster" Target="/ppt/notesMasters/notesMaster1.xml" Id="R2a658b1c2f3140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3008bceac0406f" /><Relationship Type="http://schemas.openxmlformats.org/officeDocument/2006/relationships/notesMaster" Target="/ppt/notesMasters/notesMaster1.xml" Id="R1e8d9c792c8d4e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b4a0f214747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2c8dc787cd4123" /><Relationship Type="http://schemas.openxmlformats.org/officeDocument/2006/relationships/slideLayout" Target="/ppt/slideLayouts/slideLayout1.xml" Id="Rb3c0fb45266e44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c0fb45266e44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3297a82e04339" /><Relationship Type="http://schemas.openxmlformats.org/officeDocument/2006/relationships/image" Target="/ppt/media/image.png" Id="R85d0fb1f0e1d40c8" /><Relationship Type="http://schemas.openxmlformats.org/officeDocument/2006/relationships/notesSlide" Target="/ppt/notesSlides/notesSlide1.xml" Id="R9c63925b00b74f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e1cd4880f45b1" /><Relationship Type="http://schemas.openxmlformats.org/officeDocument/2006/relationships/image" Target="/ppt/media/image2.png" Id="R544ae076a50b42f4" /><Relationship Type="http://schemas.openxmlformats.org/officeDocument/2006/relationships/notesSlide" Target="/ppt/notesSlides/notesSlide2.xml" Id="Rd7b97ed001f549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cbc8cb9da48ed" /><Relationship Type="http://schemas.openxmlformats.org/officeDocument/2006/relationships/image" Target="/ppt/media/image3.png" Id="R5751abb3f9dc4a2e" /><Relationship Type="http://schemas.openxmlformats.org/officeDocument/2006/relationships/notesSlide" Target="/ppt/notesSlides/notesSlide3.xml" Id="R9c0efa5d184b4c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d64bb171d4602" /><Relationship Type="http://schemas.openxmlformats.org/officeDocument/2006/relationships/image" Target="/ppt/media/image4.png" Id="Rd648a29d0ab64846" /><Relationship Type="http://schemas.openxmlformats.org/officeDocument/2006/relationships/notesSlide" Target="/ppt/notesSlides/notesSlide4.xml" Id="Rf99757489bfa4d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60d590b89456c" /><Relationship Type="http://schemas.openxmlformats.org/officeDocument/2006/relationships/image" Target="/ppt/media/image5.png" Id="Rc32531762db543b0" /><Relationship Type="http://schemas.openxmlformats.org/officeDocument/2006/relationships/notesSlide" Target="/ppt/notesSlides/notesSlide5.xml" Id="Ra8b40c0fd4f341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fbb207eb549a5" /><Relationship Type="http://schemas.openxmlformats.org/officeDocument/2006/relationships/image" Target="/ppt/media/image6.png" Id="Rbfa1ab29615246f6" /><Relationship Type="http://schemas.openxmlformats.org/officeDocument/2006/relationships/notesSlide" Target="/ppt/notesSlides/notesSlide6.xml" Id="R01f73d916d7e4b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fa5e878c749ec" /><Relationship Type="http://schemas.openxmlformats.org/officeDocument/2006/relationships/image" Target="/ppt/media/image7.png" Id="Ra255077ef4cd4ef9" /><Relationship Type="http://schemas.openxmlformats.org/officeDocument/2006/relationships/notesSlide" Target="/ppt/notesSlides/notesSlide7.xml" Id="R8aa6d0ac7edb44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fde24ca7e4c15" /><Relationship Type="http://schemas.openxmlformats.org/officeDocument/2006/relationships/image" Target="/ppt/media/image8.png" Id="R5488c1879d144b04" /><Relationship Type="http://schemas.openxmlformats.org/officeDocument/2006/relationships/notesSlide" Target="/ppt/notesSlides/notesSlide8.xml" Id="R661f5675d14d43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63028d7ef4ee4" /><Relationship Type="http://schemas.openxmlformats.org/officeDocument/2006/relationships/image" Target="/ppt/media/image9.png" Id="R0a7bb63e59af441d" /><Relationship Type="http://schemas.openxmlformats.org/officeDocument/2006/relationships/notesSlide" Target="/ppt/notesSlides/notesSlide9.xml" Id="Rb7d6227b194b449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0fb1f0e1d40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2643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4ae076a50b42f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7911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51abb3f9dc4a2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186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8a29d0ab648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4272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531762db543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6971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1ab29615246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4846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5077ef4cd4ef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5944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8c1879d144b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75571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bb63e59af44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372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2026-06-21T14:35:43.8490000Z</dcterms:created>
  <dcterms:modified xsi:type="dcterms:W3CDTF">2026-06-21T14:35:43.8490000Z</dcterms:modified>
</coreProperties>
</file>